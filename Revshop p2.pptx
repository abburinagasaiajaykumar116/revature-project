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sldIdLst>
    <p:sldId id="256" r:id="rId2"/>
    <p:sldId id="257" r:id="rId3"/>
    <p:sldId id="264" r:id="rId4"/>
    <p:sldId id="258" r:id="rId5"/>
    <p:sldId id="283" r:id="rId6"/>
    <p:sldId id="284" r:id="rId7"/>
    <p:sldId id="285" r:id="rId8"/>
    <p:sldId id="262" r:id="rId9"/>
    <p:sldId id="268" r:id="rId10"/>
    <p:sldId id="286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278" r:id="rId22"/>
    <p:sldId id="280" r:id="rId23"/>
    <p:sldId id="28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154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168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9359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52446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0822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9209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52764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81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87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3360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359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294198"/>
            <a:ext cx="9692640" cy="1397124"/>
          </a:xfrm>
          <a:prstGeom prst="rect">
            <a:avLst/>
          </a:prstGeom>
        </p:spPr>
        <p:txBody>
          <a:bodyPr vert="horz" lIns="91440" tIns="27432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9F260431-7F12-4BAA-816F-3750A1A8BE3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09039703-4C66-44F9-9167-6A657FFD8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80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spc="-5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80E3-ADCE-EB49-4D5E-6176FCE926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REVSHOP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922A22-3884-32CE-198A-D0E1EBA2A8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E-Commerce Application</a:t>
            </a:r>
            <a:endParaRPr lang="en-IN" sz="4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48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72C3-6CB0-D4BB-B141-8CC4767C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REVSHOP – E-Commerce Web Application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55C43-7617-4A50-26BE-905054471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Full Stack Development Project</a:t>
            </a:r>
          </a:p>
          <a:p>
            <a:pPr marL="0" indent="0">
              <a:buNone/>
            </a:pPr>
            <a:r>
              <a:rPr lang="en-IN" dirty="0"/>
              <a:t>Team Lead: </a:t>
            </a:r>
            <a:r>
              <a:rPr lang="en-IN" b="1" dirty="0"/>
              <a:t>Ajay Kumar</a:t>
            </a:r>
          </a:p>
          <a:p>
            <a:pPr marL="0" indent="0">
              <a:buNone/>
            </a:pPr>
            <a:r>
              <a:rPr lang="en-IN" dirty="0"/>
              <a:t>Team Members:</a:t>
            </a:r>
          </a:p>
          <a:p>
            <a:pPr lvl="0"/>
            <a:r>
              <a:rPr lang="en-IN" dirty="0"/>
              <a:t>Mounika</a:t>
            </a:r>
          </a:p>
          <a:p>
            <a:pPr lvl="0"/>
            <a:r>
              <a:rPr lang="en-IN" dirty="0"/>
              <a:t>Keerthan</a:t>
            </a:r>
          </a:p>
          <a:p>
            <a:pPr lvl="0"/>
            <a:r>
              <a:rPr lang="en-IN" dirty="0"/>
              <a:t>Bharath Kumar</a:t>
            </a:r>
          </a:p>
          <a:p>
            <a:pPr lvl="0"/>
            <a:r>
              <a:rPr lang="en-IN" dirty="0"/>
              <a:t>Amit Patel</a:t>
            </a:r>
          </a:p>
          <a:p>
            <a:pPr marL="0" indent="0">
              <a:buNone/>
            </a:pPr>
            <a:r>
              <a:rPr lang="en-IN" dirty="0"/>
              <a:t>   Tech Stack: Spring Boot | Angular | MySQL | JWT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908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D2AF-7A74-7143-E4D4-AB543022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226465"/>
            <a:ext cx="9692640" cy="1397124"/>
          </a:xfrm>
        </p:spPr>
        <p:txBody>
          <a:bodyPr/>
          <a:lstStyle/>
          <a:p>
            <a:r>
              <a:rPr lang="en-IN" dirty="0"/>
              <a:t>               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7D9C7-C30F-467D-C37A-3B0F5E62E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What is </a:t>
            </a:r>
            <a:r>
              <a:rPr lang="en-IN" b="1" dirty="0" err="1"/>
              <a:t>RevShop</a:t>
            </a:r>
            <a:r>
              <a:rPr lang="en-IN" b="1" dirty="0"/>
              <a:t>?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RevShop</a:t>
            </a:r>
            <a:r>
              <a:rPr lang="en-IN" dirty="0"/>
              <a:t> is a </a:t>
            </a:r>
            <a:r>
              <a:rPr lang="en-IN" b="1" dirty="0"/>
              <a:t>full-stack monolithic e-commerce web application</a:t>
            </a:r>
            <a:r>
              <a:rPr lang="en-IN" dirty="0"/>
              <a:t> for:</a:t>
            </a:r>
          </a:p>
          <a:p>
            <a:pPr lvl="0"/>
            <a:r>
              <a:rPr lang="en-IN" dirty="0"/>
              <a:t>Buyers – Browse, Cart, Order, Review</a:t>
            </a:r>
          </a:p>
          <a:p>
            <a:pPr lvl="0"/>
            <a:r>
              <a:rPr lang="en-IN" dirty="0"/>
              <a:t>Sellers – Manage inventory, Orders, Stock alerts</a:t>
            </a:r>
          </a:p>
          <a:p>
            <a:pPr lvl="0"/>
            <a:r>
              <a:rPr lang="en-IN" dirty="0"/>
              <a:t>Role-based authentication</a:t>
            </a:r>
          </a:p>
          <a:p>
            <a:pPr lvl="0"/>
            <a:r>
              <a:rPr lang="en-IN" dirty="0"/>
              <a:t>Secure simulated payment system</a:t>
            </a:r>
          </a:p>
          <a:p>
            <a:pPr lvl="0"/>
            <a:r>
              <a:rPr lang="en-IN" dirty="0"/>
              <a:t>Responsive UI using Bootstrap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1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2F917-309D-98FE-CEF0-73A8EB6B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365125"/>
            <a:ext cx="9692640" cy="1397124"/>
          </a:xfrm>
        </p:spPr>
        <p:txBody>
          <a:bodyPr/>
          <a:lstStyle/>
          <a:p>
            <a:r>
              <a:rPr lang="en-IN" dirty="0"/>
              <a:t>    Functional Requirements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5EB0D-7EBD-056A-FB75-5C55D2D5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029"/>
            <a:ext cx="10515600" cy="5066846"/>
          </a:xfrm>
        </p:spPr>
        <p:txBody>
          <a:bodyPr>
            <a:normAutofit/>
          </a:bodyPr>
          <a:lstStyle/>
          <a:p>
            <a:r>
              <a:rPr lang="en-US" dirty="0"/>
              <a:t>Core Features Implemented</a:t>
            </a:r>
          </a:p>
          <a:p>
            <a:r>
              <a:rPr lang="en-US" dirty="0"/>
              <a:t>User Registration &amp; Authentication</a:t>
            </a:r>
          </a:p>
          <a:p>
            <a:r>
              <a:rPr lang="en-US" dirty="0"/>
              <a:t>Secure Login using JWT</a:t>
            </a:r>
          </a:p>
          <a:p>
            <a:r>
              <a:rPr lang="en-US" dirty="0"/>
              <a:t>Complete CRUD operations</a:t>
            </a:r>
          </a:p>
          <a:p>
            <a:r>
              <a:rPr lang="en-US" dirty="0"/>
              <a:t>Search &amp; Filter products</a:t>
            </a:r>
          </a:p>
          <a:p>
            <a:r>
              <a:rPr lang="en-US" dirty="0"/>
              <a:t>Role-based features (Buyer/Seller)</a:t>
            </a:r>
          </a:p>
          <a:p>
            <a:r>
              <a:rPr lang="en-US" dirty="0"/>
              <a:t>Input validation (Backend + Frontend)</a:t>
            </a:r>
          </a:p>
          <a:p>
            <a:r>
              <a:rPr lang="en-US" dirty="0"/>
              <a:t>All required use cases implemented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7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3294-D5CC-C4A9-D875-A655494E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E98A4-B62F-F395-62A4-4929F3EAD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Architecture </a:t>
            </a:r>
          </a:p>
          <a:p>
            <a:pPr marL="0" indent="0">
              <a:buNone/>
            </a:pPr>
            <a:r>
              <a:rPr lang="en-US" dirty="0"/>
              <a:t> Three-Layer Architecture</a:t>
            </a:r>
          </a:p>
          <a:p>
            <a:r>
              <a:rPr lang="en-US" dirty="0"/>
              <a:t>Controller Layer</a:t>
            </a:r>
          </a:p>
          <a:p>
            <a:r>
              <a:rPr lang="en-US" dirty="0"/>
              <a:t>Service Layer</a:t>
            </a:r>
          </a:p>
          <a:p>
            <a:r>
              <a:rPr lang="en-US" dirty="0"/>
              <a:t>Repository Layer</a:t>
            </a:r>
          </a:p>
          <a:p>
            <a:pPr marL="0" indent="0">
              <a:buNone/>
            </a:pPr>
            <a:r>
              <a:rPr lang="en-US" dirty="0"/>
              <a:t> RESTful APIs implemented</a:t>
            </a:r>
          </a:p>
          <a:p>
            <a:pPr marL="0" indent="0">
              <a:buNone/>
            </a:pPr>
            <a:r>
              <a:rPr lang="en-US" dirty="0"/>
              <a:t> Proper Separation of Concerns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266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8B50-39FD-5542-FDFB-30FDE67D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DBE05-94C3-B3E8-A85F-3378D45A3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Implementation</a:t>
            </a:r>
          </a:p>
          <a:p>
            <a:r>
              <a:rPr lang="en-US" dirty="0"/>
              <a:t>JWT Authentication</a:t>
            </a:r>
          </a:p>
          <a:p>
            <a:r>
              <a:rPr lang="en-US" dirty="0"/>
              <a:t>Spring Security integration</a:t>
            </a:r>
          </a:p>
          <a:p>
            <a:r>
              <a:rPr lang="en-US" dirty="0"/>
              <a:t>Password Encryption using </a:t>
            </a:r>
            <a:r>
              <a:rPr lang="en-US" dirty="0" err="1"/>
              <a:t>BCrypt</a:t>
            </a:r>
            <a:endParaRPr lang="en-US" dirty="0"/>
          </a:p>
          <a:p>
            <a:r>
              <a:rPr lang="en-US" dirty="0"/>
              <a:t>Role-based Authorization</a:t>
            </a:r>
          </a:p>
          <a:p>
            <a:r>
              <a:rPr lang="en-US" dirty="0"/>
              <a:t>Input Validation &amp; Sanitization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5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9053-26E0-E214-1371-9ACF160A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0A4F3-750C-7BFB-6F3B-F3872D2DD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Database Implementation</a:t>
            </a:r>
          </a:p>
          <a:p>
            <a:r>
              <a:rPr lang="en-US" dirty="0"/>
              <a:t>ERD Designed</a:t>
            </a:r>
          </a:p>
          <a:p>
            <a:r>
              <a:rPr lang="en-US" dirty="0"/>
              <a:t>Entities (User, Product , Favorites , Categories ,Order, Cart, Review, Notification)</a:t>
            </a:r>
          </a:p>
          <a:p>
            <a:r>
              <a:rPr lang="en-US" dirty="0"/>
              <a:t>JPA &amp; Hibernate ORM</a:t>
            </a:r>
          </a:p>
          <a:p>
            <a:r>
              <a:rPr lang="en-US" dirty="0"/>
              <a:t>MySQL Database</a:t>
            </a:r>
          </a:p>
          <a:p>
            <a:r>
              <a:rPr lang="en-US" dirty="0"/>
              <a:t>Transaction Management using @Transactional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684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146D1-5916-8038-66D7-860BBCB2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</a:t>
            </a:r>
            <a:r>
              <a:rPr lang="en-IN" b="1" dirty="0"/>
              <a:t>ER Diagram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F047A4-D211-AAEA-59E6-B090F7DAC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542" y="1143000"/>
            <a:ext cx="5052916" cy="503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08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57D19-1717-14FF-41E1-C9B1A8AA1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9533" y="302665"/>
            <a:ext cx="11056112" cy="1397124"/>
          </a:xfrm>
        </p:spPr>
        <p:txBody>
          <a:bodyPr>
            <a:normAutofit/>
          </a:bodyPr>
          <a:lstStyle/>
          <a:p>
            <a:r>
              <a:rPr lang="en-IN" b="1" dirty="0"/>
              <a:t>                  </a:t>
            </a:r>
            <a:r>
              <a:rPr lang="en-IN" dirty="0"/>
              <a:t>Team Work Distribution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6845A-0147-5952-60C5-3F7CADB51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934" y="1340153"/>
            <a:ext cx="10210800" cy="50013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Ajay Kumar (Team Lead)</a:t>
            </a:r>
          </a:p>
          <a:p>
            <a:r>
              <a:rPr lang="en-US" dirty="0"/>
              <a:t>Project Architecture Design</a:t>
            </a:r>
          </a:p>
          <a:p>
            <a:r>
              <a:rPr lang="en-US" dirty="0"/>
              <a:t>Authentication &amp; JWT</a:t>
            </a:r>
          </a:p>
          <a:p>
            <a:r>
              <a:rPr lang="en-US" dirty="0"/>
              <a:t>Security Configuration</a:t>
            </a:r>
          </a:p>
          <a:p>
            <a:r>
              <a:rPr lang="en-US" dirty="0"/>
              <a:t>ER Diagram</a:t>
            </a:r>
          </a:p>
          <a:p>
            <a:r>
              <a:rPr lang="en-US" dirty="0"/>
              <a:t>Order Module</a:t>
            </a:r>
          </a:p>
          <a:p>
            <a:r>
              <a:rPr lang="en-US" dirty="0"/>
              <a:t>Cart Module</a:t>
            </a:r>
          </a:p>
          <a:p>
            <a:r>
              <a:rPr lang="en-US" dirty="0"/>
              <a:t>Home &amp; Shop UI</a:t>
            </a:r>
          </a:p>
          <a:p>
            <a:r>
              <a:rPr lang="en-US" dirty="0"/>
              <a:t>API Integration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0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4BE47-62B3-4947-1A34-A7A478731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37068"/>
            <a:ext cx="9855200" cy="64939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  Bharath Kumar</a:t>
            </a:r>
          </a:p>
          <a:p>
            <a:r>
              <a:rPr lang="en-IN" dirty="0"/>
              <a:t>Product Management Module</a:t>
            </a:r>
          </a:p>
          <a:p>
            <a:r>
              <a:rPr lang="en-IN" dirty="0"/>
              <a:t>Seller Inventory</a:t>
            </a:r>
          </a:p>
          <a:p>
            <a:r>
              <a:rPr lang="en-IN" dirty="0"/>
              <a:t>Discount Feature</a:t>
            </a:r>
          </a:p>
          <a:p>
            <a:pPr marL="0" indent="0">
              <a:buNone/>
            </a:pPr>
            <a:r>
              <a:rPr lang="en-IN" b="1" dirty="0"/>
              <a:t> Keerthan</a:t>
            </a:r>
          </a:p>
          <a:p>
            <a:r>
              <a:rPr lang="en-IN" dirty="0"/>
              <a:t>Review &amp; Rating System</a:t>
            </a:r>
          </a:p>
          <a:p>
            <a:r>
              <a:rPr lang="en-IN" dirty="0" err="1"/>
              <a:t>Favorites</a:t>
            </a:r>
            <a:r>
              <a:rPr lang="en-IN" dirty="0"/>
              <a:t> Module</a:t>
            </a:r>
          </a:p>
          <a:p>
            <a:r>
              <a:rPr lang="en-IN" dirty="0" err="1"/>
              <a:t>Favorites</a:t>
            </a:r>
            <a:r>
              <a:rPr lang="en-IN" dirty="0"/>
              <a:t> and review Components in frontend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 Mounika</a:t>
            </a:r>
          </a:p>
          <a:p>
            <a:r>
              <a:rPr lang="en-IN" dirty="0"/>
              <a:t>Notification System</a:t>
            </a:r>
          </a:p>
          <a:p>
            <a:r>
              <a:rPr lang="en-IN" dirty="0"/>
              <a:t>Category</a:t>
            </a:r>
          </a:p>
          <a:p>
            <a:r>
              <a:rPr lang="en-IN" dirty="0"/>
              <a:t>Notification  Components in frontend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Amit Patel</a:t>
            </a:r>
          </a:p>
          <a:p>
            <a:r>
              <a:rPr lang="en-IN" dirty="0"/>
              <a:t>Payment Simulation</a:t>
            </a:r>
          </a:p>
          <a:p>
            <a:r>
              <a:rPr lang="en-IN" dirty="0"/>
              <a:t>Order Confirmation</a:t>
            </a:r>
          </a:p>
          <a:p>
            <a:r>
              <a:rPr lang="en-IN" dirty="0"/>
              <a:t>UI Enhancements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945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04CA25-8B89-3ECD-A8F5-7154CA1E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ROLES IN REVSHOP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E3B6B20-538B-F2A2-BB8D-876FF65F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Buyer</a:t>
            </a:r>
          </a:p>
          <a:p>
            <a:pPr marL="0" indent="0">
              <a:buNone/>
            </a:pPr>
            <a:r>
              <a:rPr lang="en-US" dirty="0"/>
              <a:t>Browse products</a:t>
            </a:r>
          </a:p>
          <a:p>
            <a:pPr marL="0" indent="0">
              <a:buNone/>
            </a:pPr>
            <a:r>
              <a:rPr lang="en-US" dirty="0"/>
              <a:t>Add products to cart</a:t>
            </a:r>
          </a:p>
          <a:p>
            <a:pPr marL="0" indent="0">
              <a:buNone/>
            </a:pPr>
            <a:r>
              <a:rPr lang="en-US" dirty="0"/>
              <a:t>Place orders</a:t>
            </a:r>
          </a:p>
          <a:p>
            <a:pPr marL="0" indent="0">
              <a:buNone/>
            </a:pPr>
            <a:r>
              <a:rPr lang="en-US" dirty="0"/>
              <a:t>Give reviews and ratings</a:t>
            </a:r>
          </a:p>
          <a:p>
            <a:pPr marL="0" indent="0">
              <a:buNone/>
            </a:pPr>
            <a:r>
              <a:rPr lang="en-US" dirty="0"/>
              <a:t>Seller</a:t>
            </a:r>
          </a:p>
          <a:p>
            <a:pPr marL="0" indent="0">
              <a:buNone/>
            </a:pPr>
            <a:r>
              <a:rPr lang="en-US" dirty="0"/>
              <a:t>Add, update, delete products</a:t>
            </a:r>
          </a:p>
          <a:p>
            <a:pPr marL="0" indent="0">
              <a:buNone/>
            </a:pPr>
            <a:r>
              <a:rPr lang="en-US" dirty="0"/>
              <a:t>Manage stock</a:t>
            </a:r>
          </a:p>
          <a:p>
            <a:pPr marL="0" indent="0">
              <a:buNone/>
            </a:pPr>
            <a:r>
              <a:rPr lang="en-US" dirty="0"/>
              <a:t>View orders and reviews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129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EEB7-CFC7-9AA8-BA16-0284FD00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BUYER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33A2F-3BD0-33DF-F51F-75667C420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User registration and login</a:t>
            </a:r>
          </a:p>
          <a:p>
            <a:pPr marL="0" indent="0">
              <a:buNone/>
            </a:pPr>
            <a:r>
              <a:rPr lang="en-US" dirty="0"/>
              <a:t>Browse products by category</a:t>
            </a:r>
          </a:p>
          <a:p>
            <a:pPr marL="0" indent="0">
              <a:buNone/>
            </a:pPr>
            <a:r>
              <a:rPr lang="en-US" dirty="0"/>
              <a:t>Search products using keyword</a:t>
            </a:r>
          </a:p>
          <a:p>
            <a:pPr marL="0" indent="0">
              <a:buNone/>
            </a:pPr>
            <a:r>
              <a:rPr lang="en-US" dirty="0"/>
              <a:t>Add, remove, update cart items</a:t>
            </a:r>
          </a:p>
          <a:p>
            <a:pPr marL="0" indent="0">
              <a:buNone/>
            </a:pPr>
            <a:r>
              <a:rPr lang="en-US" dirty="0"/>
              <a:t>Checkout with simulated payment</a:t>
            </a:r>
          </a:p>
          <a:p>
            <a:pPr marL="0" indent="0">
              <a:buNone/>
            </a:pPr>
            <a:r>
              <a:rPr lang="en-US" dirty="0"/>
              <a:t>View order history</a:t>
            </a:r>
          </a:p>
          <a:p>
            <a:pPr marL="0" indent="0">
              <a:buNone/>
            </a:pPr>
            <a:r>
              <a:rPr lang="en-US" dirty="0"/>
              <a:t>Add reviews and favorites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86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A648-ADFA-E113-B354-EE95C852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BA9C-0C7B-AA31-0FB1-C4BC4DAAE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SELLER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13C29-CBF1-F05F-8FD6-BC6A8B634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Register and login as seller</a:t>
            </a:r>
          </a:p>
          <a:p>
            <a:pPr marL="0" indent="0">
              <a:buNone/>
            </a:pPr>
            <a:r>
              <a:rPr lang="en-US" dirty="0"/>
              <a:t>Add new products</a:t>
            </a:r>
          </a:p>
          <a:p>
            <a:pPr marL="0" indent="0">
              <a:buNone/>
            </a:pPr>
            <a:r>
              <a:rPr lang="en-US" dirty="0"/>
              <a:t>Update and delete existing products</a:t>
            </a:r>
          </a:p>
          <a:p>
            <a:pPr marL="0" indent="0">
              <a:buNone/>
            </a:pPr>
            <a:r>
              <a:rPr lang="en-US" dirty="0"/>
              <a:t>Set inventory threshold</a:t>
            </a:r>
          </a:p>
          <a:p>
            <a:pPr marL="0" indent="0">
              <a:buNone/>
            </a:pPr>
            <a:r>
              <a:rPr lang="en-US" dirty="0"/>
              <a:t>View orders for their products</a:t>
            </a:r>
          </a:p>
          <a:p>
            <a:pPr marL="0" indent="0">
              <a:buNone/>
            </a:pPr>
            <a:r>
              <a:rPr lang="en-US" dirty="0"/>
              <a:t>View reviews and ratings</a:t>
            </a:r>
          </a:p>
          <a:p>
            <a:pPr marL="0" indent="0">
              <a:buNone/>
            </a:pPr>
            <a:r>
              <a:rPr lang="en-US" dirty="0"/>
              <a:t>Receive low stock alerts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839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6E79F-C4C6-8D19-E36D-679C4B86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34206-CFC6-21D0-B585-6BF962A1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Cart Functionalities</a:t>
            </a:r>
          </a:p>
          <a:p>
            <a:pPr marL="0" indent="0">
              <a:buNone/>
            </a:pPr>
            <a:r>
              <a:rPr lang="en-US" dirty="0"/>
              <a:t>Add products to cart</a:t>
            </a:r>
          </a:p>
          <a:p>
            <a:pPr marL="0" indent="0">
              <a:buNone/>
            </a:pPr>
            <a:r>
              <a:rPr lang="en-US" dirty="0"/>
              <a:t>Update product quantity</a:t>
            </a:r>
          </a:p>
          <a:p>
            <a:pPr marL="0" indent="0">
              <a:buNone/>
            </a:pPr>
            <a:r>
              <a:rPr lang="en-US" dirty="0"/>
              <a:t>Remove products from cart</a:t>
            </a:r>
          </a:p>
          <a:p>
            <a:pPr marL="0" indent="0">
              <a:buNone/>
            </a:pPr>
            <a:r>
              <a:rPr lang="en-US" dirty="0"/>
              <a:t>View cart details</a:t>
            </a:r>
          </a:p>
          <a:p>
            <a:pPr marL="0" indent="0">
              <a:buNone/>
            </a:pPr>
            <a:r>
              <a:rPr lang="en-US" dirty="0"/>
              <a:t>Cart cleared after successful checkout</a:t>
            </a:r>
          </a:p>
          <a:p>
            <a:pPr marL="0" indent="0">
              <a:buNone/>
            </a:pPr>
            <a:r>
              <a:rPr lang="en-US" dirty="0"/>
              <a:t>Benefits</a:t>
            </a:r>
          </a:p>
          <a:p>
            <a:pPr marL="0" indent="0">
              <a:buNone/>
            </a:pPr>
            <a:r>
              <a:rPr lang="en-US" dirty="0"/>
              <a:t>Improves shopping experience</a:t>
            </a:r>
          </a:p>
          <a:p>
            <a:pPr marL="0" indent="0">
              <a:buNone/>
            </a:pPr>
            <a:r>
              <a:rPr lang="en-US" dirty="0"/>
              <a:t>Prevents order mistakes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244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F9148-482F-D39C-2E5C-9BE329D1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57AB-D7A2-B46D-3A9E-40808809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ORDER MANAGEMENT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A0B08-CBB8-3DAB-BB1F-D2B089708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Order Process</a:t>
            </a:r>
          </a:p>
          <a:p>
            <a:pPr marL="0" indent="0">
              <a:buNone/>
            </a:pPr>
            <a:r>
              <a:rPr lang="en-US" dirty="0"/>
              <a:t>Buyer adds products to cart</a:t>
            </a:r>
          </a:p>
          <a:p>
            <a:pPr marL="0" indent="0">
              <a:buNone/>
            </a:pPr>
            <a:r>
              <a:rPr lang="en-US" dirty="0"/>
              <a:t>Buyer enters shipping and billing details</a:t>
            </a:r>
          </a:p>
          <a:p>
            <a:pPr marL="0" indent="0">
              <a:buNone/>
            </a:pPr>
            <a:r>
              <a:rPr lang="en-US" dirty="0"/>
              <a:t>Payment is simulated</a:t>
            </a:r>
          </a:p>
          <a:p>
            <a:pPr marL="0" indent="0">
              <a:buNone/>
            </a:pPr>
            <a:r>
              <a:rPr lang="en-US" dirty="0"/>
              <a:t>Order is placed</a:t>
            </a:r>
          </a:p>
          <a:p>
            <a:pPr marL="0" indent="0">
              <a:buNone/>
            </a:pPr>
            <a:r>
              <a:rPr lang="en-US" dirty="0"/>
              <a:t>Order details stored in database</a:t>
            </a:r>
          </a:p>
          <a:p>
            <a:pPr marL="0" indent="0">
              <a:buNone/>
            </a:pPr>
            <a:r>
              <a:rPr lang="en-US" dirty="0"/>
              <a:t>Order History</a:t>
            </a:r>
          </a:p>
        </p:txBody>
      </p:sp>
    </p:spTree>
    <p:extLst>
      <p:ext uri="{BB962C8B-B14F-4D97-AF65-F5344CB8AC3E}">
        <p14:creationId xmlns:p14="http://schemas.microsoft.com/office/powerpoint/2010/main" val="2410619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2119-65F6-C75F-AFCA-31500E2E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PAYMENT SIMULATION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0CE6-44FF-CD7B-9ED7-92771B214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Simulated Payment?</a:t>
            </a:r>
          </a:p>
          <a:p>
            <a:pPr marL="0" indent="0">
              <a:buNone/>
            </a:pPr>
            <a:r>
              <a:rPr lang="en-US" dirty="0"/>
              <a:t>No real payment gateway required</a:t>
            </a:r>
          </a:p>
          <a:p>
            <a:pPr marL="0" indent="0">
              <a:buNone/>
            </a:pPr>
            <a:r>
              <a:rPr lang="en-US" dirty="0"/>
              <a:t>Suitable for console application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Payment Features</a:t>
            </a:r>
          </a:p>
          <a:p>
            <a:pPr marL="0" indent="0">
              <a:buNone/>
            </a:pPr>
            <a:r>
              <a:rPr lang="en-US" dirty="0"/>
              <a:t>User selects payment method</a:t>
            </a:r>
          </a:p>
          <a:p>
            <a:pPr marL="0" indent="0">
              <a:buNone/>
            </a:pPr>
            <a:r>
              <a:rPr lang="en-US" dirty="0"/>
              <a:t>Payment success or failure is simulated</a:t>
            </a:r>
          </a:p>
          <a:p>
            <a:pPr marL="0" indent="0">
              <a:buNone/>
            </a:pPr>
            <a:r>
              <a:rPr lang="en-US" dirty="0"/>
              <a:t>Order placed only on successful payment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152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F020-F756-E7CD-4ADA-945923207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431676"/>
            <a:ext cx="9692640" cy="1397124"/>
          </a:xfrm>
        </p:spPr>
        <p:txBody>
          <a:bodyPr>
            <a:normAutofit fontScale="90000"/>
          </a:bodyPr>
          <a:lstStyle/>
          <a:p>
            <a:r>
              <a:rPr lang="en-IN" dirty="0"/>
              <a:t>INVENTORY, REVIEWS &amp; ORDERS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5130-8E4D-5483-887A-A3D25D355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Stock quantity maintained for each product</a:t>
            </a:r>
          </a:p>
          <a:p>
            <a:r>
              <a:rPr lang="en-US" dirty="0"/>
              <a:t>Seller sets stock threshold</a:t>
            </a:r>
          </a:p>
          <a:p>
            <a:r>
              <a:rPr lang="en-US" dirty="0"/>
              <a:t>Stock reduces automatically after order</a:t>
            </a:r>
          </a:p>
          <a:p>
            <a:r>
              <a:rPr lang="en-US" dirty="0"/>
              <a:t>Buyers can give ratings (1–5) and comments</a:t>
            </a:r>
          </a:p>
          <a:p>
            <a:r>
              <a:rPr lang="en-US" dirty="0"/>
              <a:t>Sellers can view reviews for their products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2087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4E4E-3A13-32C8-09E7-4EFC5697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NOTIFICATIONS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95CB-DB73-BFA5-C431-F945BCF0E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Buyer notified when order is placed</a:t>
            </a:r>
          </a:p>
          <a:p>
            <a:r>
              <a:rPr lang="en-US" dirty="0"/>
              <a:t>Seller notified when new order is received</a:t>
            </a:r>
          </a:p>
          <a:p>
            <a:r>
              <a:rPr lang="en-US" dirty="0"/>
              <a:t>Seller gets low stock alerts</a:t>
            </a:r>
          </a:p>
          <a:p>
            <a:r>
              <a:rPr lang="en-US" dirty="0"/>
              <a:t>Improves communication</a:t>
            </a:r>
          </a:p>
          <a:p>
            <a:r>
              <a:rPr lang="en-US" dirty="0"/>
              <a:t>Provides real-time updates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881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2468-7935-8EE7-8DA1-B53A0444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B6754-28DB-3460-947B-53354A0FC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Login using email and password</a:t>
            </a:r>
          </a:p>
          <a:p>
            <a:r>
              <a:rPr lang="en-IN" dirty="0"/>
              <a:t>Change password after login</a:t>
            </a:r>
          </a:p>
          <a:p>
            <a:r>
              <a:rPr lang="en-IN" dirty="0"/>
              <a:t>Forgot password using security question and answer</a:t>
            </a:r>
          </a:p>
          <a:p>
            <a:r>
              <a:rPr lang="en-IN" dirty="0"/>
              <a:t>Input validation at service layer</a:t>
            </a:r>
          </a:p>
          <a:p>
            <a:r>
              <a:rPr lang="en-IN" dirty="0"/>
              <a:t>Secure user access</a:t>
            </a:r>
          </a:p>
          <a:p>
            <a:r>
              <a:rPr lang="en-IN" dirty="0"/>
              <a:t>Exception Handling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174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203B-6BB5-A977-CB03-058C6328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37A0-C468-F261-78F9-7167F4F0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&amp;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DC87A-311C-9D36-CC1F-1532FD312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JUnit 5 used for testing</a:t>
            </a:r>
          </a:p>
          <a:p>
            <a:r>
              <a:rPr lang="en-US" dirty="0"/>
              <a:t>Password, product, and cart validations tested</a:t>
            </a:r>
          </a:p>
          <a:p>
            <a:r>
              <a:rPr lang="en-US" dirty="0"/>
              <a:t>Log4j used for logging</a:t>
            </a:r>
          </a:p>
          <a:p>
            <a:r>
              <a:rPr lang="en-US" dirty="0"/>
              <a:t>Logs login, orders, and errors</a:t>
            </a:r>
          </a:p>
          <a:p>
            <a:r>
              <a:rPr lang="en-US" dirty="0"/>
              <a:t>Helps in debugging and reliability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1553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0675-B1B4-4CCA-A91F-554C366E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0"/>
            <a:ext cx="10515600" cy="43543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                 Challenges Faced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F2E66-9231-02E5-2BA7-33DBBFEF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0600"/>
            <a:ext cx="10515600" cy="5486400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403 Forbidden errors (Spring Security configuration)</a:t>
            </a:r>
          </a:p>
          <a:p>
            <a:pPr lvl="0"/>
            <a:r>
              <a:rPr lang="en-IN" dirty="0"/>
              <a:t>JWT filter integration issues</a:t>
            </a:r>
          </a:p>
          <a:p>
            <a:pPr lvl="0"/>
            <a:r>
              <a:rPr lang="en-IN" dirty="0"/>
              <a:t>Angular route guard injection errors</a:t>
            </a:r>
          </a:p>
          <a:p>
            <a:pPr marL="0" indent="0">
              <a:buNone/>
            </a:pPr>
            <a:r>
              <a:rPr lang="en-IN" b="1" dirty="0"/>
              <a:t>How We Solved:</a:t>
            </a:r>
            <a:endParaRPr lang="en-IN" dirty="0"/>
          </a:p>
          <a:p>
            <a:pPr lvl="0"/>
            <a:r>
              <a:rPr lang="en-IN" dirty="0"/>
              <a:t>Debugging security configuration</a:t>
            </a:r>
          </a:p>
          <a:p>
            <a:pPr lvl="0"/>
            <a:r>
              <a:rPr lang="en-IN" dirty="0"/>
              <a:t>Proper filter chain setup</a:t>
            </a:r>
          </a:p>
          <a:p>
            <a:pPr lvl="0"/>
            <a:r>
              <a:rPr lang="en-IN" dirty="0"/>
              <a:t>Correct Angular dependency injection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409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E063-2975-2993-6D6A-12C107F1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</a:t>
            </a:r>
            <a:r>
              <a:rPr lang="en-IN" b="1" dirty="0"/>
              <a:t>Future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588D6-423C-54C1-28BF-56D9D71FD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Payment Gateway Integration – Add real-time online payments</a:t>
            </a:r>
          </a:p>
          <a:p>
            <a:r>
              <a:rPr lang="en-US" dirty="0"/>
              <a:t>Email Notifications – Send updates to users via email</a:t>
            </a:r>
          </a:p>
          <a:p>
            <a:r>
              <a:rPr lang="en-US" dirty="0"/>
              <a:t>Order Cancellation- Users can cancel the orders</a:t>
            </a:r>
          </a:p>
          <a:p>
            <a:r>
              <a:rPr lang="en-US" dirty="0"/>
              <a:t>Order Tracking- Users can track the orders</a:t>
            </a:r>
          </a:p>
          <a:p>
            <a:r>
              <a:rPr lang="en-US" dirty="0"/>
              <a:t>Wallet System-Users can maintain a wallet in this website.</a:t>
            </a:r>
          </a:p>
          <a:p>
            <a:r>
              <a:rPr lang="en-US" dirty="0"/>
              <a:t>We migrate our project to Micro Services in future.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345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F211-F0DE-A0EC-05CC-EBA3D0D0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6" y="681037"/>
            <a:ext cx="10515600" cy="82141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                   </a:t>
            </a:r>
            <a:br>
              <a:rPr lang="en-IN" b="1" dirty="0"/>
            </a:br>
            <a:r>
              <a:rPr lang="en-IN" b="1" dirty="0"/>
              <a:t>                        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9A893-4347-565F-371B-7EAB70332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628" y="1091746"/>
            <a:ext cx="10515600" cy="5229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/>
              <a:t>RevShop</a:t>
            </a:r>
            <a:r>
              <a:rPr lang="en-IN" dirty="0"/>
              <a:t> is a secure and scalable e-commerce platform built using modern full-stack technologies.</a:t>
            </a:r>
          </a:p>
          <a:p>
            <a:pPr marL="0" indent="0">
              <a:buNone/>
            </a:pPr>
            <a:r>
              <a:rPr lang="en-IN" dirty="0"/>
              <a:t>As a Team we have</a:t>
            </a:r>
          </a:p>
          <a:p>
            <a:r>
              <a:rPr lang="en-IN" dirty="0"/>
              <a:t>Designed architecture</a:t>
            </a:r>
          </a:p>
          <a:p>
            <a:pPr lvl="0"/>
            <a:r>
              <a:rPr lang="en-IN" dirty="0"/>
              <a:t>Implemented authentication</a:t>
            </a:r>
          </a:p>
          <a:p>
            <a:pPr lvl="0"/>
            <a:r>
              <a:rPr lang="en-IN" dirty="0"/>
              <a:t>Managed team module division</a:t>
            </a:r>
          </a:p>
          <a:p>
            <a:pPr lvl="0"/>
            <a:r>
              <a:rPr lang="en-IN" dirty="0"/>
              <a:t>Integrated frontend &amp; backend</a:t>
            </a:r>
          </a:p>
          <a:p>
            <a:pPr marL="0" indent="0">
              <a:buNone/>
            </a:pPr>
            <a:r>
              <a:rPr lang="en-IN" dirty="0"/>
              <a:t>This project enhanced our:</a:t>
            </a:r>
            <a:br>
              <a:rPr lang="en-IN" dirty="0"/>
            </a:br>
            <a:r>
              <a:rPr lang="en-IN" dirty="0"/>
              <a:t>Full Stack Skills</a:t>
            </a:r>
            <a:br>
              <a:rPr lang="en-IN" dirty="0"/>
            </a:br>
            <a:r>
              <a:rPr lang="en-IN" dirty="0"/>
              <a:t>Team Coordination</a:t>
            </a:r>
            <a:br>
              <a:rPr lang="en-IN" dirty="0"/>
            </a:br>
            <a:r>
              <a:rPr lang="en-IN" dirty="0"/>
              <a:t>Debugging Skills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00537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896</TotalTime>
  <Words>741</Words>
  <Application>Microsoft Office PowerPoint</Application>
  <PresentationFormat>Widescreen</PresentationFormat>
  <Paragraphs>181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Century Schoolbook</vt:lpstr>
      <vt:lpstr>Wingdings 2</vt:lpstr>
      <vt:lpstr>View</vt:lpstr>
      <vt:lpstr>REVSHOP</vt:lpstr>
      <vt:lpstr>REVSHOP – E-Commerce Web Application</vt:lpstr>
      <vt:lpstr>                Project Overview</vt:lpstr>
      <vt:lpstr>    Functional Requirements  </vt:lpstr>
      <vt:lpstr>Backend Implementation</vt:lpstr>
      <vt:lpstr>Backend Security</vt:lpstr>
      <vt:lpstr>Database Design </vt:lpstr>
      <vt:lpstr>                    ER Diagram </vt:lpstr>
      <vt:lpstr>                  Team Work Distribution </vt:lpstr>
      <vt:lpstr>PowerPoint Presentation</vt:lpstr>
      <vt:lpstr>USER ROLES IN REVSHOP</vt:lpstr>
      <vt:lpstr>BUYER FEATURES</vt:lpstr>
      <vt:lpstr>SELLER FEATURES</vt:lpstr>
      <vt:lpstr>CART MANAGEMENT</vt:lpstr>
      <vt:lpstr>       ORDER MANAGEMENT </vt:lpstr>
      <vt:lpstr> PAYMENT SIMULATION </vt:lpstr>
      <vt:lpstr>INVENTORY, REVIEWS &amp; ORDERS </vt:lpstr>
      <vt:lpstr>NOTIFICATIONS SYSTEM</vt:lpstr>
      <vt:lpstr>SECURITY &amp; VALIDATION</vt:lpstr>
      <vt:lpstr>TESTING &amp; LOGGING</vt:lpstr>
      <vt:lpstr>                  Challenges Faced </vt:lpstr>
      <vt:lpstr>       Future Enhancements</vt:lpstr>
      <vt:lpstr>                                                 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Gandikota Mounika</dc:creator>
  <cp:lastModifiedBy>Abburi Naga Sai Ajay Kumar</cp:lastModifiedBy>
  <cp:revision>8</cp:revision>
  <dcterms:created xsi:type="dcterms:W3CDTF">2026-02-26T09:43:33Z</dcterms:created>
  <dcterms:modified xsi:type="dcterms:W3CDTF">2026-02-27T05:01:41Z</dcterms:modified>
</cp:coreProperties>
</file>